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9"/>
  </p:notesMasterIdLst>
  <p:handoutMasterIdLst>
    <p:handoutMasterId r:id="rId10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 rtl="0"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9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ipa Rodrigues" userId="81bc51e03aeaa0d2" providerId="LiveId" clId="{839D094B-0BFD-488E-B29B-34752E507F3E}"/>
    <pc:docChg chg="delSld">
      <pc:chgData name="Filipa Rodrigues" userId="81bc51e03aeaa0d2" providerId="LiveId" clId="{839D094B-0BFD-488E-B29B-34752E507F3E}" dt="2021-06-18T09:45:40.816" v="0" actId="47"/>
      <pc:docMkLst>
        <pc:docMk/>
      </pc:docMkLst>
      <pc:sldChg chg="del">
        <pc:chgData name="Filipa Rodrigues" userId="81bc51e03aeaa0d2" providerId="LiveId" clId="{839D094B-0BFD-488E-B29B-34752E507F3E}" dt="2021-06-18T09:45:40.816" v="0" actId="47"/>
        <pc:sldMkLst>
          <pc:docMk/>
          <pc:sldMk cId="2021636660" sldId="26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B928736-AA0B-442D-A1AF-8261F7034BF9}" type="datetime1">
              <a:rPr lang="pt-PT" smtClean="0"/>
              <a:t>18/06/2021</a:t>
            </a:fld>
            <a:endParaRPr lang="en-US" dirty="0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D4F8076-E201-4AD9-9292-9CDC6E4C499D}" type="datetime1">
              <a:rPr lang="pt-PT" smtClean="0"/>
              <a:t>18/06/2021</a:t>
            </a:fld>
            <a:endParaRPr lang="en-US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pt"/>
              <a:t>Clique para editar os Estilos de texto do modelo global</a:t>
            </a:r>
            <a:endParaRPr lang="en-US"/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pt" dirty="0"/>
              <a:t>Clique para editar o estilo do título do Modelo Global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3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PT"/>
              <a:t>Clique para editar o estilo de subtítulo do Modelo Global</a:t>
            </a:r>
            <a:endParaRPr lang="en-US" dirty="0"/>
          </a:p>
        </p:txBody>
      </p:sp>
      <p:cxnSp>
        <p:nvCxnSpPr>
          <p:cNvPr id="9" name="Conexão Reta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CED0CAB-5C98-4633-8227-766380E8BC6E}" type="datetime1">
              <a:rPr lang="pt-PT" smtClean="0"/>
              <a:t>18/06/2021</a:t>
            </a:fld>
            <a:endParaRPr lang="en-US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pt" dirty="0"/>
              <a:t>Clique para editar o estilo do título do Modelo Global</a:t>
            </a:r>
            <a:endParaRPr lang="en-US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C3D2EF-A9F1-401A-8C02-1662D96CBA0D}" type="datetime1">
              <a:rPr lang="pt-PT" smtClean="0"/>
              <a:t>18/06/2021</a:t>
            </a:fld>
            <a:endParaRPr lang="en-US" dirty="0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pt" dirty="0"/>
              <a:t>Clique para editar o estilo do título do Modelo Global</a:t>
            </a:r>
            <a:endParaRPr lang="en-US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3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</p:txBody>
      </p:sp>
      <p:cxnSp>
        <p:nvCxnSpPr>
          <p:cNvPr id="9" name="Conexão Reta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582FB0-8268-4450-AEFB-7C755E727544}" type="datetime1">
              <a:rPr lang="pt-PT" smtClean="0"/>
              <a:t>18/06/2021</a:t>
            </a:fld>
            <a:endParaRPr lang="en-US" dirty="0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Marcador de Posição do Número do Diapositivo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pt" dirty="0"/>
              <a:t>Clique para editar o estilo do título do Modelo Global</a:t>
            </a:r>
            <a:endParaRPr lang="en-US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 hasCustomPrompt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pt-pt" dirty="0"/>
              <a:t>Clique para editar os Estilos de texto do 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 hasCustomPrompt="1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pt-pt" dirty="0"/>
              <a:t>Clique para editar os Estilos de texto do 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E0A07F-0364-433A-B636-12526FBF2765}" type="datetime1">
              <a:rPr lang="pt-PT" smtClean="0"/>
              <a:t>18/06/2021</a:t>
            </a:fld>
            <a:endParaRPr lang="en-US" dirty="0"/>
          </a:p>
        </p:txBody>
      </p:sp>
      <p:sp>
        <p:nvSpPr>
          <p:cNvPr id="9" name="Marcador de Posição do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Marcador de Posição do Número do Diapositivo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pt" dirty="0"/>
              <a:t>Clique para editar o estilo do título do Modelo Global</a:t>
            </a:r>
            <a:endParaRPr lang="en-US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 hasCustomPrompt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dirty="0"/>
              <a:t>Clique para editar os estilos de texto do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 hasCustomPrompt="1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pt-pt" dirty="0"/>
              <a:t>Clique para editar os Estilos de texto do 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dirty="0"/>
              <a:t>Clique para editar os estilos de texto do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 hasCustomPrompt="1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pt-pt" dirty="0"/>
              <a:t>Clique para editar os estilos de texto do 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25BCC9B-3D00-4038-B827-05429894F1D1}" type="datetime1">
              <a:rPr lang="pt-PT" smtClean="0"/>
              <a:t>18/06/2021</a:t>
            </a:fld>
            <a:endParaRPr lang="en-US" dirty="0"/>
          </a:p>
        </p:txBody>
      </p:sp>
      <p:sp>
        <p:nvSpPr>
          <p:cNvPr id="11" name="Marcador de Posição do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Marcador de Posição do Número do Diapositivo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pt" dirty="0"/>
              <a:t>Clique para editar o estilo do título do Modelo Global</a:t>
            </a:r>
            <a:endParaRPr lang="en-US" dirty="0"/>
          </a:p>
        </p:txBody>
      </p:sp>
      <p:sp>
        <p:nvSpPr>
          <p:cNvPr id="6" name="Marcador de Posição d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E5B8D0D-025A-4217-B697-16EEC070DDC8}" type="datetime1">
              <a:rPr lang="pt-PT" smtClean="0"/>
              <a:t>18/06/2021</a:t>
            </a:fld>
            <a:endParaRPr lang="en-US" dirty="0"/>
          </a:p>
        </p:txBody>
      </p:sp>
      <p:sp>
        <p:nvSpPr>
          <p:cNvPr id="7" name="Marcador de Posição do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763092-FB88-4F2E-B7A9-6AD9CA079CD0}" type="datetime1">
              <a:rPr lang="pt-PT" smtClean="0"/>
              <a:t>18/06/2021</a:t>
            </a:fld>
            <a:endParaRPr lang="en-US" dirty="0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pt" dirty="0"/>
              <a:t>Clique para editar os estilos de 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E55777FD-C41C-4ED6-9788-E0BDB29FE28C}" type="datetime1">
              <a:rPr lang="pt-PT" smtClean="0"/>
              <a:t>18/06/2021</a:t>
            </a:fld>
            <a:endParaRPr lang="en-US" dirty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Posição d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1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E2C937DC-1FD7-45E0-8375-82F139FBDB0A}" type="datetime1">
              <a:rPr lang="pt-PT" smtClean="0"/>
              <a:t>18/06/2021</a:t>
            </a:fld>
            <a:endParaRPr lang="en-US" dirty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pt" dirty="0"/>
              <a:t>Clique para editar o estilo do título do Modelo Global</a:t>
            </a:r>
            <a:endParaRPr lang="en-US" dirty="0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lIns="45720" tIns="0" rIns="45720" bIns="0" rtlCol="0"/>
          <a:lstStyle>
            <a:lvl1pPr>
              <a:defRPr/>
            </a:lvl1pPr>
          </a:lstStyle>
          <a:p>
            <a:pPr lvl="0" rtl="0"/>
            <a:r>
              <a:rPr lang="pt-pt" dirty="0"/>
              <a:t>Clique para editar os Estilos de texto do 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222BAA2-AC6B-4746-8053-EDC8606E535A}" type="datetime1">
              <a:rPr lang="pt-PT" smtClean="0"/>
              <a:t>18/06/2021</a:t>
            </a:fld>
            <a:endParaRPr lang="en-US" dirty="0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pt-pt" dirty="0"/>
              <a:t>Clique para editar o estilo do título do Modelo Global</a:t>
            </a:r>
            <a:endParaRPr lang="en-US" dirty="0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EDC9CF0-46A2-4AC7-9FA2-8EC67FAC0032}" type="datetime1">
              <a:rPr lang="pt-PT" smtClean="0"/>
              <a:t>18/06/2021</a:t>
            </a:fld>
            <a:endParaRPr lang="en-US" dirty="0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Marcador de Posição do Número do Diapositivo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pt" dirty="0"/>
              <a:t>Clique para editar o estilo do título do Modelo Global</a:t>
            </a:r>
            <a:endParaRPr lang="en-US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pt"/>
              <a:t>Clique para editar os Estilos de texto do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1F5BAF06-A1C3-41CD-B482-A3F55490B9C6}" type="datetime1">
              <a:rPr lang="pt-PT" smtClean="0"/>
              <a:t>18/06/2021</a:t>
            </a:fld>
            <a:endParaRPr lang="en-US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Conexão Reta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tângulo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 rtlCol="0">
            <a:normAutofit/>
          </a:bodyPr>
          <a:lstStyle/>
          <a:p>
            <a:pPr rtl="0"/>
            <a:r>
              <a:rPr lang="pt-pt" sz="4800" dirty="0"/>
              <a:t>Remarkable People </a:t>
            </a:r>
            <a:r>
              <a:rPr lang="pt-PT" sz="4800" dirty="0"/>
              <a:t>–</a:t>
            </a:r>
            <a:r>
              <a:rPr lang="pt-pt" sz="4800" dirty="0"/>
              <a:t> Projeto PAC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 fontScale="47500" lnSpcReduction="20000"/>
          </a:bodyPr>
          <a:lstStyle/>
          <a:p>
            <a:pPr rtl="0"/>
            <a:r>
              <a:rPr lang="pt-pt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Filipa Rodrigues </a:t>
            </a:r>
          </a:p>
          <a:p>
            <a:pPr rtl="0"/>
            <a:r>
              <a:rPr lang="pt-PT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Nº21708 </a:t>
            </a:r>
          </a:p>
          <a:p>
            <a:pPr rtl="0"/>
            <a:r>
              <a:rPr lang="pt-pt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Curso Técnico Superior de tecnologias web e aplicações Móveis</a:t>
            </a:r>
          </a:p>
        </p:txBody>
      </p:sp>
      <p:cxnSp>
        <p:nvCxnSpPr>
          <p:cNvPr id="24" name="Conexão Reta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1A58607D-08B7-4BB8-AB07-AC7D42697AD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" y="25125"/>
            <a:ext cx="2044700" cy="122794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FA68381-B47A-442B-9E60-016176FF564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5025" y="25125"/>
            <a:ext cx="2371725" cy="102074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223A276-820A-43A2-AE60-F6C702712DB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56" t="34398" r="22657" b="9320"/>
          <a:stretch/>
        </p:blipFill>
        <p:spPr>
          <a:xfrm>
            <a:off x="1128139" y="2543655"/>
            <a:ext cx="3031597" cy="323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22A48B-EA1E-45BD-9BAC-38FCE16DF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      Introdução 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A190BE1-377D-4D16-9A88-5984E99BD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3127376"/>
            <a:ext cx="10058400" cy="1625599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pt-PT" dirty="0"/>
              <a:t>Rede Social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PT" dirty="0"/>
              <a:t>Objetivo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PT" dirty="0"/>
              <a:t>Requisitos da Aplicação 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44CF1DB-BD1F-4B52-A8FD-3D4B5A686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18/06/2021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4CB18B7-1A59-4432-A166-E64D0D89111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" y="25125"/>
            <a:ext cx="2044700" cy="122794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6B3338B-72E8-449D-90D3-2B3CD2E35E4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5025" y="25125"/>
            <a:ext cx="2371725" cy="102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230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C822C-8312-4602-97A1-DAADE0E3E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    Activity – Criar Conta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386FB63-5134-48B7-A710-AE79FDF81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1850" y="2810506"/>
            <a:ext cx="5059680" cy="376089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pt-PT" dirty="0"/>
              <a:t>ImageView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PT" dirty="0"/>
              <a:t>EditTexts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PT" dirty="0"/>
              <a:t>CheckBox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PT" dirty="0"/>
              <a:t>Buttons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PT" dirty="0"/>
              <a:t>ScrollBar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C6AE469-A37E-4865-83AC-9748C9AB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18/06/2021</a:t>
            </a:fld>
            <a:endParaRPr lang="en-US" dirty="0"/>
          </a:p>
        </p:txBody>
      </p:sp>
      <p:pic>
        <p:nvPicPr>
          <p:cNvPr id="6" name="Imagem 5" descr="Uma imagem com texto&#10;&#10;Descrição gerada automaticamente">
            <a:extLst>
              <a:ext uri="{FF2B5EF4-FFF2-40B4-BE49-F238E27FC236}">
                <a16:creationId xmlns:a16="http://schemas.microsoft.com/office/drawing/2014/main" id="{0AC89D3D-93C5-40BF-A3DD-25A92D1E5CB6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54"/>
          <a:stretch/>
        </p:blipFill>
        <p:spPr bwMode="auto">
          <a:xfrm>
            <a:off x="2811145" y="2063652"/>
            <a:ext cx="1837690" cy="39656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7DA6F7B-3778-4338-AAFC-A8768FF12BE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" y="25125"/>
            <a:ext cx="2044700" cy="122794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B300DC8-6BC5-4492-88E5-059954039FD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5025" y="25125"/>
            <a:ext cx="2371725" cy="102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513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388E08-1FC3-4BB0-BC07-0ED84DA34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    Activity - Login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154F49C-0286-420A-9CA2-768799C4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0347" y="3097109"/>
            <a:ext cx="6517005" cy="376089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pt-PT" dirty="0"/>
              <a:t>ImageView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PT" dirty="0"/>
              <a:t>EditTexts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PT" dirty="0"/>
              <a:t>Buttons</a:t>
            </a:r>
          </a:p>
          <a:p>
            <a:pPr marL="0" indent="0">
              <a:buNone/>
            </a:pPr>
            <a:endParaRPr lang="pt-PT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DCDF30B-56CC-40C4-97F7-FB658BF51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18/06/2021</a:t>
            </a:fld>
            <a:endParaRPr lang="en-US" dirty="0"/>
          </a:p>
        </p:txBody>
      </p:sp>
      <p:pic>
        <p:nvPicPr>
          <p:cNvPr id="5" name="Imagem 4" descr="Uma imagem com texto&#10;&#10;Descrição gerada automaticamente">
            <a:extLst>
              <a:ext uri="{FF2B5EF4-FFF2-40B4-BE49-F238E27FC236}">
                <a16:creationId xmlns:a16="http://schemas.microsoft.com/office/drawing/2014/main" id="{CD23B792-3D91-48F6-B6D0-8C54A0E3A9B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050" y="2173288"/>
            <a:ext cx="1943100" cy="35798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380F0E3-20BB-4373-A674-81AD03D6368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" y="25125"/>
            <a:ext cx="2044700" cy="122794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16A2C27-5DE2-4E8F-A06E-96AEC540E277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5025" y="25125"/>
            <a:ext cx="2371725" cy="102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707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1BCBA1-6558-4C30-B092-98C4B2AB7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    Activity – Perfil do Utilizador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277D016-893B-4DBB-A999-C0B002B72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4" y="3322162"/>
            <a:ext cx="4402455" cy="1539874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pt-PT" dirty="0"/>
              <a:t>ImageViews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PT" dirty="0"/>
              <a:t>Buttons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PT" dirty="0"/>
              <a:t>TextView</a:t>
            </a:r>
          </a:p>
          <a:p>
            <a:pPr>
              <a:buFont typeface="Wingdings" panose="05000000000000000000" pitchFamily="2" charset="2"/>
              <a:buChar char="v"/>
            </a:pPr>
            <a:endParaRPr lang="pt-PT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539C138-6960-424C-B50A-7B7BB9FD5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18/06/2021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DA7B7D6-5B81-41B8-BF51-933BD1446FD9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02" t="31087" r="47542" b="24264"/>
          <a:stretch/>
        </p:blipFill>
        <p:spPr bwMode="auto">
          <a:xfrm>
            <a:off x="2222500" y="2023328"/>
            <a:ext cx="2359025" cy="427269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77A2393-05AE-4746-9AC8-E1E8DBB64DB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" y="25125"/>
            <a:ext cx="2044700" cy="122794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3735A34-4708-4BF1-A4A8-01A0032CDC62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5025" y="25125"/>
            <a:ext cx="2371725" cy="102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39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8655E6-56F1-42E9-8D27-BCF13A6AF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    Activity – Feed 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90340DD-D0EF-447E-8AEE-238F3977E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6628" y="2460626"/>
            <a:ext cx="4145280" cy="376089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pt-PT" dirty="0"/>
              <a:t>ImageView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PT" dirty="0"/>
              <a:t>Buttons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PT" dirty="0"/>
              <a:t>TextView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PT" dirty="0"/>
              <a:t>RecyclerView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PT" dirty="0"/>
              <a:t>ImageButton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FA8881E-A001-41A6-9EA6-9ECC13AF5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18/06/2021</a:t>
            </a:fld>
            <a:endParaRPr lang="en-US" dirty="0"/>
          </a:p>
        </p:txBody>
      </p:sp>
      <p:pic>
        <p:nvPicPr>
          <p:cNvPr id="5" name="Imagem 4" descr="Uma imagem com texto, monitor, captura de ecrã, preto&#10;&#10;Descrição gerada automaticamente">
            <a:extLst>
              <a:ext uri="{FF2B5EF4-FFF2-40B4-BE49-F238E27FC236}">
                <a16:creationId xmlns:a16="http://schemas.microsoft.com/office/drawing/2014/main" id="{6E765E2D-4435-489D-B1E3-673C423F28E7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49" t="31146" r="47598" b="24332"/>
          <a:stretch/>
        </p:blipFill>
        <p:spPr bwMode="auto">
          <a:xfrm>
            <a:off x="2905442" y="2041526"/>
            <a:ext cx="2152015" cy="3835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ABC5B37-163D-4342-9286-CF4D25DE918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" y="25125"/>
            <a:ext cx="2044700" cy="122794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B375304-77CE-488A-855A-203A2EB9F35C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5025" y="25125"/>
            <a:ext cx="2371725" cy="102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106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8655E6-56F1-42E9-8D27-BCF13A6AF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    Activity – Card (Publicações)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90340DD-D0EF-447E-8AEE-238F3977E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9745" y="3051072"/>
            <a:ext cx="4145280" cy="376089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pt-PT" dirty="0"/>
              <a:t>ImageView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PT" dirty="0"/>
              <a:t>TextView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t-PT" dirty="0"/>
              <a:t>ImageButtons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FA8881E-A001-41A6-9EA6-9ECC13AF5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18/06/2021</a:t>
            </a:fld>
            <a:endParaRPr lang="en-US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ABC5B37-163D-4342-9286-CF4D25DE91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" y="25125"/>
            <a:ext cx="2044700" cy="122794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B375304-77CE-488A-855A-203A2EB9F35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5025" y="25125"/>
            <a:ext cx="2371725" cy="1020742"/>
          </a:xfrm>
          <a:prstGeom prst="rect">
            <a:avLst/>
          </a:prstGeom>
        </p:spPr>
      </p:pic>
      <p:pic>
        <p:nvPicPr>
          <p:cNvPr id="9" name="Imagem 8" descr="Uma imagem com texto, captura de ecrã, monitor&#10;&#10;Descrição gerada automaticamente">
            <a:extLst>
              <a:ext uri="{FF2B5EF4-FFF2-40B4-BE49-F238E27FC236}">
                <a16:creationId xmlns:a16="http://schemas.microsoft.com/office/drawing/2014/main" id="{6763D75F-1205-4822-B646-0C90EEFEDF3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50" t="30829" r="47583" b="46363"/>
          <a:stretch/>
        </p:blipFill>
        <p:spPr>
          <a:xfrm>
            <a:off x="2167255" y="2384426"/>
            <a:ext cx="311912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41460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965_TF56160789" id="{81F3A797-2DB1-43D6-A0DF-052D6582437D}" vid="{63A9F976-DBE9-4804-AF5A-308C077DB90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{F1475FA2-302C-4793-9C0E-118AC3453AD0}tf56160789_win32</Template>
  <TotalTime>19</TotalTime>
  <Words>76</Words>
  <Application>Microsoft Office PowerPoint</Application>
  <PresentationFormat>Ecrã Panorâmico</PresentationFormat>
  <Paragraphs>38</Paragraphs>
  <Slides>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2" baseType="lpstr">
      <vt:lpstr>Bookman Old Style</vt:lpstr>
      <vt:lpstr>Calibri</vt:lpstr>
      <vt:lpstr>Franklin Gothic Book</vt:lpstr>
      <vt:lpstr>Wingdings</vt:lpstr>
      <vt:lpstr>1_RetrospectVTI</vt:lpstr>
      <vt:lpstr>Remarkable People – Projeto PAC</vt:lpstr>
      <vt:lpstr>      Introdução </vt:lpstr>
      <vt:lpstr>    Activity – Criar Conta</vt:lpstr>
      <vt:lpstr>    Activity - Login</vt:lpstr>
      <vt:lpstr>    Activity – Perfil do Utilizador</vt:lpstr>
      <vt:lpstr>    Activity – Feed </vt:lpstr>
      <vt:lpstr>    Activity – Card (Publicações)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Remarkable People – Projeto PAC</dc:title>
  <dc:creator>Filipa Rodrigues</dc:creator>
  <cp:lastModifiedBy>Filipa Rodrigues</cp:lastModifiedBy>
  <cp:revision>3</cp:revision>
  <dcterms:created xsi:type="dcterms:W3CDTF">2021-06-18T07:28:48Z</dcterms:created>
  <dcterms:modified xsi:type="dcterms:W3CDTF">2021-06-18T09:45:43Z</dcterms:modified>
</cp:coreProperties>
</file>